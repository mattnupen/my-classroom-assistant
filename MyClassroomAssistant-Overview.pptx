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371600" cy="137160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298448"/>
            <a:ext cx="694944" cy="694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606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Classroom Assistant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D8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classroom AI help a whole class reach a goal?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with real autonomy, aimed at one goal you choose.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3657600"/>
            <a:ext cx="1188720" cy="1188720"/>
          </a:xfrm>
          <a:prstGeom prst="ellipse">
            <a:avLst/>
          </a:prstGeom>
          <a:solidFill>
            <a:srgbClr val="F2ED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395020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60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651760" y="2788920"/>
            <a:ext cx="8595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proposes</a:t>
            </a:r>
            <a:endParaRPr lang="en-US" sz="2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decides</a:t>
            </a:r>
            <a:endParaRPr lang="en-US" sz="2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moves</a:t>
            </a:r>
            <a:endParaRPr lang="en-US" sz="2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aggregates come back</a:t>
            </a:r>
            <a:endParaRPr lang="en-US" sz="2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adjusts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constraints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109728" cy="18288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03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personality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00200" y="2834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help name and shape it.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874520"/>
            <a:ext cx="109728" cy="18288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4028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03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clear goal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223760" y="2834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 for the whole unit.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4160520"/>
            <a:ext cx="109728" cy="18288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26280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489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Evidence-based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1600200" y="5120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defaults come from research.</a:t>
            </a:r>
            <a:endParaRPr lang="en-US" sz="2100" dirty="0"/>
          </a:p>
        </p:txBody>
      </p:sp>
      <p:sp>
        <p:nvSpPr>
          <p:cNvPr id="19" name="Shape 14"/>
          <p:cNvSpPr/>
          <p:nvPr/>
        </p:nvSpPr>
        <p:spPr>
          <a:xfrm>
            <a:off x="6172200" y="416052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72200" y="4160520"/>
            <a:ext cx="109728" cy="18288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26280"/>
            <a:ext cx="566928" cy="5669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489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Aggregated data only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7223760" y="5120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sees individual students.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2000"/>
              </a:spcAft>
              <a:buSzPct val="100000"/>
              <a:buChar char="•"/>
            </a:pPr>
            <a:r>
              <a:rPr lang="en-US" sz="3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Aimed at a real class goal.</a:t>
            </a:r>
            <a:endParaRPr lang="en-US" sz="3000" dirty="0"/>
          </a:p>
          <a:p>
            <a:pPr algn="l" marL="279400" indent="-279400">
              <a:spcAft>
                <a:spcPts val="2000"/>
              </a:spcAft>
              <a:buSzPct val="100000"/>
              <a:buChar char="•"/>
            </a:pPr>
            <a:r>
              <a:rPr lang="en-US" sz="3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class's AI, shaped by students.</a:t>
            </a:r>
            <a:endParaRPr lang="en-US" sz="3000" dirty="0"/>
          </a:p>
          <a:p>
            <a:pPr algn="l" marL="279400" indent="-279400">
              <a:spcAft>
                <a:spcPts val="2000"/>
              </a:spcAft>
              <a:buSzPct val="100000"/>
              <a:buChar char="•"/>
            </a:pPr>
            <a:r>
              <a:rPr lang="en-US" sz="3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Research-backed, and it shows its work.</a:t>
            </a:r>
            <a:endParaRPr lang="en-US" sz="3000" dirty="0"/>
          </a:p>
          <a:p>
            <a:pPr algn="l" marL="279400" indent="-279400">
              <a:spcAft>
                <a:spcPts val="2000"/>
              </a:spcAft>
              <a:buSzPct val="100000"/>
              <a:buChar char="•"/>
            </a:pPr>
            <a:r>
              <a:rPr lang="en-US" sz="3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halves, two different jobs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3611880"/>
          </a:xfrm>
          <a:prstGeom prst="rect">
            <a:avLst/>
          </a:prstGeom>
          <a:solidFill>
            <a:srgbClr val="F2EDE6"/>
          </a:solidFill>
          <a:ln w="12700">
            <a:solidFill>
              <a:srgbClr val="E6DF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257800" cy="128016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0428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768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brain: thinks and creates</a:t>
            </a:r>
            <a:endParaRPr lang="en-US" sz="21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slides, notes, and tools</a:t>
            </a:r>
            <a:endParaRPr lang="en-US" sz="21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only aggregates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355080" y="1920240"/>
            <a:ext cx="5257800" cy="3611880"/>
          </a:xfrm>
          <a:prstGeom prst="rect">
            <a:avLst/>
          </a:prstGeom>
          <a:solidFill>
            <a:srgbClr val="F2EDE6"/>
          </a:solidFill>
          <a:ln w="12700">
            <a:solidFill>
              <a:srgbClr val="E6DF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920240"/>
            <a:ext cx="5257800" cy="128016"/>
          </a:xfrm>
          <a:prstGeom prst="rect">
            <a:avLst/>
          </a:prstGeom>
          <a:solidFill>
            <a:srgbClr val="2A8C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04288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7685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apps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6766560" y="31546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data: does the number work</a:t>
            </a:r>
            <a:endParaRPr lang="en-US" sz="21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offline on your laptop</a:t>
            </a:r>
            <a:endParaRPr lang="en-US" sz="21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 name-free summary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by design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solidFill>
            <a:srgbClr val="F2EDE6"/>
          </a:solidFill>
          <a:ln w="12700">
            <a:solidFill>
              <a:srgbClr val="E6DFD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749808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9202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gradebook never leaves your laptop.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sees only aggregates.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messages are anonymized first.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sets every boundary.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need to run 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 or Windows computer with Claude Cowork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you see regularly (~6 weeks)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gradebook you can export (CSV or Excel)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permission and a note to families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minutes a day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914400"/>
            <a:ext cx="1280160" cy="128016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29844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3774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 without your students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005840" y="3611880"/>
            <a:ext cx="10149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EA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dashboard, drop in the sample gradebook, print a card.</a:t>
            </a:r>
            <a:endParaRPr lang="en-US" sz="28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EA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open the folder in Cowork and ask your AI for Monday's slide.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MyClassroomAIbot — Overview</dc:title>
  <dc:subject>PptxGenJS Presentation</dc:subject>
  <dc:creator>MyClassroomAIbot</dc:creator>
  <cp:lastModifiedBy>MyClassroomAIbot</cp:lastModifiedBy>
  <cp:revision>1</cp:revision>
  <dcterms:created xsi:type="dcterms:W3CDTF">2026-05-20T15:25:59Z</dcterms:created>
  <dcterms:modified xsi:type="dcterms:W3CDTF">2026-05-20T15:25:59Z</dcterms:modified>
</cp:coreProperties>
</file>