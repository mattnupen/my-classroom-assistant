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"Fourteen. That's the most all quarter." Give them 3 minutes for the one sentence, then move on. No names, no call-outs; if a student wants to share, let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totals only, never who. Pause on the number for a beat, then point to the move. If the number went the other way, use "Our number this week" and skip the celebration.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steps aloud once. Stand at the door for step 3; a quick nod is enough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nday opening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43055" cy="1783080"/>
          </a:xfrm>
          <a:prstGeom prst="roundRect">
            <a:avLst>
              <a:gd name="adj" fmla="val 14359"/>
            </a:avLst>
          </a:prstGeom>
          <a:solidFill>
            <a:srgbClr val="1423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sentence the whole class should see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487168"/>
            <a:ext cx="10561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it matters, in one line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22960" y="3401568"/>
            <a:ext cx="9418320" cy="1463040"/>
          </a:xfrm>
          <a:prstGeom prst="rect">
            <a:avLst/>
          </a:prstGeom>
          <a:solidFill>
            <a:srgbClr val="FFE67E"/>
          </a:solidFill>
          <a:ln/>
          <a:effectLst>
            <a:outerShdw sx="100000" sy="100000" kx="0" ky="0" algn="bl" rotWithShape="0" blurRad="101600" dist="38100" dir="5400000">
              <a:srgbClr val="14231F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822960" y="3401568"/>
            <a:ext cx="9418320" cy="146304"/>
          </a:xfrm>
          <a:prstGeom prst="rect">
            <a:avLst/>
          </a:prstGeom>
          <a:solidFill>
            <a:srgbClr val="F2D86C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115568" y="3639312"/>
            <a:ext cx="8833104" cy="11155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Today’s one move: the one thing to do</a:t>
            </a:r>
            <a:endParaRPr lang="en-US" sz="3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822960" y="5230368"/>
            <a:ext cx="10561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short, encouraging close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43055" cy="1783080"/>
          </a:xfrm>
          <a:prstGeom prst="roundRect">
            <a:avLst>
              <a:gd name="adj" fmla="val 14359"/>
            </a:avLst>
          </a:prstGeom>
          <a:solidFill>
            <a:srgbClr val="1423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sentence the whole class should see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395728"/>
            <a:ext cx="39319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</a:t>
            </a:r>
            <a:endParaRPr lang="en-US" sz="15000" dirty="0"/>
          </a:p>
        </p:txBody>
      </p:sp>
      <p:sp>
        <p:nvSpPr>
          <p:cNvPr id="5" name="Shape 1"/>
          <p:cNvSpPr/>
          <p:nvPr/>
        </p:nvSpPr>
        <p:spPr>
          <a:xfrm>
            <a:off x="4983480" y="2670048"/>
            <a:ext cx="6355080" cy="1783080"/>
          </a:xfrm>
          <a:prstGeom prst="rect">
            <a:avLst/>
          </a:prstGeom>
          <a:solidFill>
            <a:srgbClr val="FFE67E"/>
          </a:solidFill>
          <a:ln/>
          <a:effectLst>
            <a:outerShdw sx="100000" sy="100000" kx="0" ky="0" algn="bl" rotWithShape="0" blurRad="101600" dist="38100" dir="5400000">
              <a:srgbClr val="14231F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983480" y="2670048"/>
            <a:ext cx="6355080" cy="146304"/>
          </a:xfrm>
          <a:prstGeom prst="rect">
            <a:avLst/>
          </a:prstGeom>
          <a:solidFill>
            <a:srgbClr val="F2D86C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276088" y="2898648"/>
            <a:ext cx="580644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the number means, in class terms</a:t>
            </a:r>
            <a:endParaRPr lang="en-US" sz="3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822960" y="5230368"/>
            <a:ext cx="10561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do next</a:t>
            </a: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ps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11643055" cy="1783080"/>
          </a:xfrm>
          <a:prstGeom prst="roundRect">
            <a:avLst>
              <a:gd name="adj" fmla="val 14359"/>
            </a:avLst>
          </a:prstGeom>
          <a:solidFill>
            <a:srgbClr val="1423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sentence the whole class should see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solidFill>
            <a:srgbClr val="FFE67E"/>
          </a:solidFill>
          <a:ln/>
          <a:effectLst>
            <a:outerShdw sx="100000" sy="100000" kx="0" ky="0" algn="bl" rotWithShape="0" blurRad="101600" dist="38100" dir="5400000">
              <a:srgbClr val="14231F">
                <a:alpha val="2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2560320"/>
            <a:ext cx="822960" cy="146304"/>
          </a:xfrm>
          <a:prstGeom prst="rect">
            <a:avLst/>
          </a:prstGeom>
          <a:solidFill>
            <a:srgbClr val="F2D86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63347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1920240" y="2542032"/>
            <a:ext cx="9464040" cy="8595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Step 1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822960" y="3794760"/>
            <a:ext cx="822960" cy="822960"/>
          </a:xfrm>
          <a:prstGeom prst="rect">
            <a:avLst/>
          </a:prstGeom>
          <a:solidFill>
            <a:srgbClr val="FFE67E"/>
          </a:solidFill>
          <a:ln/>
          <a:effectLst>
            <a:outerShdw sx="100000" sy="100000" kx="0" ky="0" algn="bl" rotWithShape="0" blurRad="101600" dist="38100" dir="5400000">
              <a:srgbClr val="14231F">
                <a:alpha val="2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3794760"/>
            <a:ext cx="822960" cy="146304"/>
          </a:xfrm>
          <a:prstGeom prst="rect">
            <a:avLst/>
          </a:prstGeom>
          <a:solidFill>
            <a:srgbClr val="F2D86C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86791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20240" y="3776472"/>
            <a:ext cx="9464040" cy="8595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Step 2</a:t>
            </a:r>
            <a:endParaRPr lang="en-US" sz="3000" dirty="0"/>
          </a:p>
        </p:txBody>
      </p:sp>
      <p:sp>
        <p:nvSpPr>
          <p:cNvPr id="12" name="Shape 7"/>
          <p:cNvSpPr/>
          <p:nvPr/>
        </p:nvSpPr>
        <p:spPr>
          <a:xfrm>
            <a:off x="822960" y="5029200"/>
            <a:ext cx="822960" cy="822960"/>
          </a:xfrm>
          <a:prstGeom prst="rect">
            <a:avLst/>
          </a:prstGeom>
          <a:solidFill>
            <a:srgbClr val="FFE67E"/>
          </a:solidFill>
          <a:ln/>
          <a:effectLst>
            <a:outerShdw sx="100000" sy="100000" kx="0" ky="0" algn="bl" rotWithShape="0" blurRad="101600" dist="38100" dir="5400000">
              <a:srgbClr val="14231F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22960" y="5029200"/>
            <a:ext cx="822960" cy="146304"/>
          </a:xfrm>
          <a:prstGeom prst="rect">
            <a:avLst/>
          </a:prstGeom>
          <a:solidFill>
            <a:srgbClr val="F2D86C"/>
          </a:solidFill>
          <a:ln/>
        </p:spPr>
      </p:sp>
      <p:sp>
        <p:nvSpPr>
          <p:cNvPr id="14" name="Text 9"/>
          <p:cNvSpPr/>
          <p:nvPr/>
        </p:nvSpPr>
        <p:spPr>
          <a:xfrm>
            <a:off x="822960" y="510235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1920240" y="5010912"/>
            <a:ext cx="9464040" cy="85953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Step 3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turned in </a:t>
            </a:r>
            <a:pPr algn="l" indent="0" marL="0">
              <a:lnSpc>
                <a:spcPct val="95000"/>
              </a:lnSpc>
              <a:buNone/>
            </a:pPr>
            <a:r>
              <a:rPr lang="en-US" sz="4400" b="1" u="heavy" dirty="0">
                <a:solidFill>
                  <a:srgbClr val="F6F2E8"/>
                </a:solidFill>
                <a:uFill>
                  <a:solidFill>
                    <a:srgbClr val="FF5A1F"/>
                  </a:solidFill>
                </a:u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assignments</a:t>
            </a:r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last week.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48716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That’s the most all quarter.</a:t>
            </a:r>
            <a:endParaRPr lang="en-US" sz="3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1115568" y="3639312"/>
            <a:ext cx="88331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Today’s one move: open the doc you’re closest to finishing and write </a:t>
            </a:r>
            <a:pPr algn="l" indent="0" marL="0">
              <a:buNone/>
            </a:pPr>
            <a:r>
              <a:rPr lang="en-US" sz="3000" b="1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sentence</a:t>
            </a:r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22960" y="523036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That’s all it takes to </a:t>
            </a:r>
            <a:pPr algn="l" indent="0" marL="0">
              <a:buNone/>
            </a:pPr>
            <a:r>
              <a:rPr lang="en-US" sz="3000" b="1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keep it going</a:t>
            </a:r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This week, </a:t>
            </a:r>
            <a:pPr algn="l" indent="0" marL="0">
              <a:lnSpc>
                <a:spcPct val="95000"/>
              </a:lnSpc>
              <a:buNone/>
            </a:pPr>
            <a:r>
              <a:rPr lang="en-US" sz="4400" b="1" u="heavy" dirty="0">
                <a:solidFill>
                  <a:srgbClr val="F6F2E8"/>
                </a:solidFill>
                <a:uFill>
                  <a:solidFill>
                    <a:srgbClr val="FF5A1F"/>
                  </a:solidFill>
                </a:u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moved</a:t>
            </a:r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395728"/>
            <a:ext cx="3931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4231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</a:t>
            </a:r>
            <a:endParaRPr lang="en-US" sz="15000" dirty="0"/>
          </a:p>
        </p:txBody>
      </p:sp>
      <p:sp>
        <p:nvSpPr>
          <p:cNvPr id="4" name="Text 3"/>
          <p:cNvSpPr/>
          <p:nvPr>
            <p:ph idx="105" type="body" hasCustomPrompt="1"/>
          </p:nvPr>
        </p:nvSpPr>
        <p:spPr>
          <a:xfrm>
            <a:off x="5276088" y="2898648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fewer missing assignments than last Friday</a:t>
            </a:r>
            <a:endParaRPr lang="en-US" sz="3000" dirty="0"/>
          </a:p>
        </p:txBody>
      </p:sp>
      <p:sp>
        <p:nvSpPr>
          <p:cNvPr id="5" name="Text 3"/>
          <p:cNvSpPr/>
          <p:nvPr>
            <p:ph idx="106" type="body" hasCustomPrompt="1"/>
          </p:nvPr>
        </p:nvSpPr>
        <p:spPr>
          <a:xfrm>
            <a:off x="822960" y="5230368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Same move today: </a:t>
            </a:r>
            <a:pPr algn="l" indent="0" marL="0">
              <a:buNone/>
            </a:pPr>
            <a:r>
              <a:rPr lang="en-US" sz="3000" b="1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sentence</a:t>
            </a:r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on your closest doc.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384048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6F2E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Before you leave today</a:t>
            </a:r>
            <a:endParaRPr lang="en-US" sz="44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1920240" y="2542032"/>
            <a:ext cx="9464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 your closest-to-done assignment</a:t>
            </a:r>
            <a:endParaRPr lang="en-US" sz="30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1920240" y="3776472"/>
            <a:ext cx="9464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Write </a:t>
            </a:r>
            <a:pPr algn="l" indent="0" marL="0">
              <a:buNone/>
            </a:pPr>
            <a:r>
              <a:rPr lang="en-US" sz="3000" b="1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sentence</a:t>
            </a:r>
            <a:endParaRPr lang="en-US" sz="30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1920240" y="5010912"/>
            <a:ext cx="9464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423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Show me the sentence on your way out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Classroom slide template</dc:title>
  <dc:subject>PptxGenJS Presentation</dc:subject>
  <dc:creator>My Classroom Assistant</dc:creator>
  <cp:lastModifiedBy>My Classroom Assistant</cp:lastModifiedBy>
  <cp:revision>1</cp:revision>
  <dcterms:created xsi:type="dcterms:W3CDTF">2026-09-23T12:02:16Z</dcterms:created>
  <dcterms:modified xsi:type="dcterms:W3CDTF">2026-09-23T12:02:16Z</dcterms:modified>
</cp:coreProperties>
</file>