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371600" cy="137160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298448"/>
            <a:ext cx="694944" cy="69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606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MyClassroomAIbot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D8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classroom AI help a whole class reach a goal?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with real autonomy, aimed at one goal you choose.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3657600"/>
            <a:ext cx="1188720" cy="1188720"/>
          </a:xfrm>
          <a:prstGeom prst="ellipse">
            <a:avLst/>
          </a:prstGeom>
          <a:solidFill>
            <a:srgbClr val="F2ED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95020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60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651760" y="2788920"/>
            <a:ext cx="8595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proposes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decides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moves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aggregates come back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adjusts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constraints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03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personality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2834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help name and shape it.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874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4028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03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clear goal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223760" y="2834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 for the whole unit.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4160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26280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489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Evidence-based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1600200" y="5120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defaults come from research.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4160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26280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489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Aggregated data only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223760" y="5120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sees individual students.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Aimed at a real class goal.</a:t>
            </a:r>
            <a:endParaRPr lang="en-US" sz="3000" dirty="0"/>
          </a:p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class's AI, shaped by students.</a:t>
            </a:r>
            <a:endParaRPr lang="en-US" sz="3000" dirty="0"/>
          </a:p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Research-backed, and it shows its work.</a:t>
            </a:r>
            <a:endParaRPr lang="en-US" sz="3000" dirty="0"/>
          </a:p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halves, two different jobs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3611880"/>
          </a:xfrm>
          <a:prstGeom prst="rect">
            <a:avLst/>
          </a:prstGeom>
          <a:solidFill>
            <a:srgbClr val="F2EDE6"/>
          </a:solidFill>
          <a:ln w="12700">
            <a:solidFill>
              <a:srgbClr val="E6D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257800" cy="128016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0428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768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brain: thinks and creates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slides, notes, and tools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only aggregates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5257800" cy="3611880"/>
          </a:xfrm>
          <a:prstGeom prst="rect">
            <a:avLst/>
          </a:prstGeom>
          <a:solidFill>
            <a:srgbClr val="F2EDE6"/>
          </a:solidFill>
          <a:ln w="12700">
            <a:solidFill>
              <a:srgbClr val="E6DF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920240"/>
            <a:ext cx="5257800" cy="128016"/>
          </a:xfrm>
          <a:prstGeom prst="rect">
            <a:avLst/>
          </a:prstGeom>
          <a:solidFill>
            <a:srgbClr val="2A8C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04288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768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apps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6766560" y="31546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data: does the number work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offline on your laptop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 name-free summary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by design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F2EDE6"/>
          </a:solidFill>
          <a:ln w="12700">
            <a:solidFill>
              <a:srgbClr val="E6DFD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9202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gradebook never leaves your laptop.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sees only aggregates.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messages are anonymized first.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sets every boundary.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 to run 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 or Windows computer with Claude Cowork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you see regularly (~6 weeks)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gradebook you can export (CSV or Excel)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permission and a note to families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minutes a day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914400"/>
            <a:ext cx="1280160" cy="12801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29844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377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 without your students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05840" y="361188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EA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dashboard, drop in the sample gradebook, print a card.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EA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open the folder in Cowork and ask your AI for Monday's slide.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MyClassroomAIbot — Overview</dc:title>
  <dc:subject>PptxGenJS Presentation</dc:subject>
  <dc:creator>MyClassroomAIbot</dc:creator>
  <cp:lastModifiedBy>MyClassroomAIbot</cp:lastModifiedBy>
  <cp:revision>1</cp:revision>
  <dcterms:created xsi:type="dcterms:W3CDTF">2026-05-20T15:25:59Z</dcterms:created>
  <dcterms:modified xsi:type="dcterms:W3CDTF">2026-05-20T15:25:59Z</dcterms:modified>
</cp:coreProperties>
</file>